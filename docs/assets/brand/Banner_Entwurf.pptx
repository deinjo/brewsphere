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8"/>
  </p:notesMasterIdLst>
  <p:handoutMasterIdLst>
    <p:handoutMasterId r:id="rId9"/>
  </p:handoutMasterIdLst>
  <p:sldIdLst>
    <p:sldId id="259" r:id="rId6"/>
    <p:sldId id="260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C9"/>
    <a:srgbClr val="4DDFDD"/>
    <a:srgbClr val="FF9D00"/>
    <a:srgbClr val="0B3552"/>
    <a:srgbClr val="06264A"/>
    <a:srgbClr val="0A407C"/>
    <a:srgbClr val="175F8B"/>
    <a:srgbClr val="07283F"/>
    <a:srgbClr val="104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6439" autoAdjust="0"/>
  </p:normalViewPr>
  <p:slideViewPr>
    <p:cSldViewPr snapToGrid="0">
      <p:cViewPr>
        <p:scale>
          <a:sx n="125" d="100"/>
          <a:sy n="125" d="100"/>
        </p:scale>
        <p:origin x="774" y="-103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9A0D-631E-433C-8D9A-62096BDE4393}" type="datetimeFigureOut">
              <a:rPr lang="de-DE"/>
              <a:t>12.08.2026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F9015-3A23-4614-ADCC-162587A8393D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3267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5870-6881-437C-8253-115FAB5C6C9A}" type="datetimeFigureOut">
              <a:rPr lang="de-DE"/>
              <a:t>12.08.2026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EB736-B50B-4F9F-9788-167D8314734B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2705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958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 bwMode="gray">
          <a:xfrm>
            <a:off x="916800" y="2286000"/>
            <a:ext cx="10363200" cy="1144800"/>
          </a:xfrm>
        </p:spPr>
        <p:txBody>
          <a:bodyPr vert="horz" anchor="ctr">
            <a:noAutofit/>
          </a:bodyPr>
          <a:lstStyle>
            <a:lvl1pPr algn="ctr">
              <a:defRPr sz="2000" b="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833600" y="3430800"/>
            <a:ext cx="8534400" cy="1753200"/>
          </a:xfrm>
        </p:spPr>
        <p:txBody>
          <a:bodyPr lIns="0" tIns="72000" rIns="0" bIns="72000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9650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964800" y="4406400"/>
            <a:ext cx="10363200" cy="1360800"/>
          </a:xfrm>
        </p:spPr>
        <p:txBody>
          <a:bodyPr vert="horz" lIns="360000" rIns="90000" bIns="0" anchor="t">
            <a:noAutofit/>
          </a:bodyPr>
          <a:lstStyle>
            <a:lvl1pPr>
              <a:defRPr sz="4000"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964800" y="2905200"/>
            <a:ext cx="10363200" cy="1501200"/>
          </a:xfrm>
        </p:spPr>
        <p:txBody>
          <a:bodyPr lIns="360000" tIns="360000" rIns="360000" bIns="360000" anchor="b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79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80853"/>
            <a:ext cx="1743312" cy="102547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1625" y="3970428"/>
            <a:ext cx="5184775" cy="1323474"/>
          </a:xfrm>
        </p:spPr>
        <p:txBody>
          <a:bodyPr tIns="0" bIns="0" anchor="b"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7" name="Grafik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01625" y="5293902"/>
            <a:ext cx="5184775" cy="700237"/>
          </a:xfrm>
        </p:spPr>
        <p:txBody>
          <a:bodyPr tIns="0" bIns="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60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655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778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189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563625"/>
            <a:ext cx="11483974" cy="4961002"/>
          </a:xfrm>
        </p:spPr>
        <p:txBody>
          <a:bodyPr tIns="360000"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00038" y="883567"/>
            <a:ext cx="11483974" cy="540000"/>
          </a:xfrm>
          <a:solidFill>
            <a:schemeClr val="accent1"/>
          </a:solidFill>
        </p:spPr>
        <p:txBody>
          <a:bodyPr lIns="72000" tIns="72000" rIns="72000" bIns="72000"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962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341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7" y="835199"/>
            <a:ext cx="11483975" cy="5689426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4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8525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9" y="835199"/>
            <a:ext cx="5604438" cy="5689426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835199"/>
            <a:ext cx="5605200" cy="5689426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035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231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375200"/>
            <a:ext cx="5603963" cy="51494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1375200"/>
            <a:ext cx="5605200" cy="51494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 bwMode="gray">
          <a:xfrm>
            <a:off x="300038" y="835199"/>
            <a:ext cx="5603963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3"/>
          </p:nvPr>
        </p:nvSpPr>
        <p:spPr bwMode="gray">
          <a:xfrm>
            <a:off x="6179113" y="835199"/>
            <a:ext cx="5604899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7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3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800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2817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4278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485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 bwMode="gray">
          <a:xfrm>
            <a:off x="300038" y="835199"/>
            <a:ext cx="4451762" cy="5689426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/>
          </p:nvPr>
        </p:nvSpPr>
        <p:spPr bwMode="gray">
          <a:xfrm>
            <a:off x="5039802" y="835199"/>
            <a:ext cx="6744210" cy="5689426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830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9678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2390641" y="5502325"/>
            <a:ext cx="7315200" cy="806400"/>
          </a:xfrm>
        </p:spPr>
        <p:txBody>
          <a:bodyPr vert="horz"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 bwMode="gray">
          <a:xfrm>
            <a:off x="2390641" y="835199"/>
            <a:ext cx="7315200" cy="3960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 bwMode="gray">
          <a:xfrm>
            <a:off x="2390641" y="4802400"/>
            <a:ext cx="7315200" cy="56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Titelplatzhalter 1"/>
          <p:cNvSpPr txBox="1">
            <a:spLocks/>
          </p:cNvSpPr>
          <p:nvPr/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sz="900" noProof="0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540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637091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353" imgH="353" progId="TCLayout.ActiveDocument.1">
                  <p:embed/>
                </p:oleObj>
              </mc:Choice>
              <mc:Fallback>
                <p:oleObj name="think-cell Folie" r:id="rId16" imgW="353" imgH="353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18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00038" y="837588"/>
            <a:ext cx="11483974" cy="5687038"/>
          </a:xfrm>
          <a:prstGeom prst="rect">
            <a:avLst/>
          </a:prstGeom>
        </p:spPr>
        <p:txBody>
          <a:bodyPr vert="horz" lIns="0" tIns="360000" rIns="0" bIns="360000" rtlCol="0">
            <a:no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 rot="16200000">
            <a:off x="9022855" y="3614034"/>
            <a:ext cx="5911865" cy="31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6800" rIns="46800">
            <a:spAutoFit/>
          </a:bodyPr>
          <a:lstStyle>
            <a:lvl1pPr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© 202</a:t>
            </a:r>
            <a:r>
              <a:rPr lang="hu-HU" altLang="de-DE" sz="770" b="0" noProof="0" dirty="0">
                <a:solidFill>
                  <a:schemeClr val="tx2"/>
                </a:solidFill>
              </a:rPr>
              <a:t>6</a:t>
            </a:r>
            <a:r>
              <a:rPr lang="en-US" altLang="de-DE" sz="770" b="0" noProof="0" dirty="0">
                <a:solidFill>
                  <a:schemeClr val="tx2"/>
                </a:solidFill>
              </a:rPr>
              <a:t>, KOSTAL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Automobil</a:t>
            </a:r>
            <a:r>
              <a:rPr lang="en-US" altLang="de-DE" sz="770" b="0" noProof="0" dirty="0">
                <a:solidFill>
                  <a:schemeClr val="tx2"/>
                </a:solidFill>
              </a:rPr>
              <a:t>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Elektrik</a:t>
            </a:r>
            <a:r>
              <a:rPr lang="en-US" altLang="de-DE" sz="770" b="0" noProof="0" dirty="0">
                <a:solidFill>
                  <a:schemeClr val="tx2"/>
                </a:solidFill>
              </a:rPr>
              <a:t> GmbH &amp; Co. KG. Contents and presentation are protected world-wide. Any kind of using,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copying etc. is prohibited without prior permission. All rights - incl. Industrial property rights - are reserved.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783507"/>
            <a:ext cx="12193847" cy="36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lvl="0" algn="ctr"/>
            <a:endParaRPr lang="en-US" sz="1600" b="0" noProof="0" dirty="0">
              <a:solidFill>
                <a:schemeClr val="tx1"/>
              </a:solidFill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Occasion / Author / Date</a:t>
            </a:r>
            <a:endParaRPr lang="en-US" noProof="0" dirty="0">
              <a:solidFill>
                <a:srgbClr val="1E467D"/>
              </a:solidFill>
            </a:endParaRPr>
          </a:p>
        </p:txBody>
      </p:sp>
      <p:sp>
        <p:nvSpPr>
          <p:cNvPr id="15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en-US" noProof="0" dirty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en-US" noProof="0"/>
              <a:pPr/>
              <a:t>‹Nr.›</a:t>
            </a:fld>
            <a:endParaRPr lang="en-US" noProof="0" dirty="0"/>
          </a:p>
        </p:txBody>
      </p:sp>
      <p:sp>
        <p:nvSpPr>
          <p:cNvPr id="9" name="empower - DO NOT DELETE!!!" hidden="1">
            <a:extLst>
              <a:ext uri="{FF2B5EF4-FFF2-40B4-BE49-F238E27FC236}">
                <a16:creationId xmlns:a16="http://schemas.microsoft.com/office/drawing/2014/main" id="{486E8D17-361E-CFBF-C78D-888C5D5F715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lvl="0" algn="ctr"/>
            <a:endParaRPr lang="de-DE" sz="1600" b="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6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Tx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42000" indent="-34200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Wingdings" panose="05000000000000000000" pitchFamily="2" charset="2"/>
        <a:buChar char="§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41600" indent="-3420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144800" indent="-2304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1656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>
          <p15:clr>
            <a:srgbClr val="F26B43"/>
          </p15:clr>
        </p15:guide>
        <p15:guide id="2" pos="189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2F7E6AD-AA01-FF13-0FDA-19AE2396D087}"/>
              </a:ext>
            </a:extLst>
          </p:cNvPr>
          <p:cNvSpPr/>
          <p:nvPr/>
        </p:nvSpPr>
        <p:spPr>
          <a:xfrm>
            <a:off x="2253006" y="1630837"/>
            <a:ext cx="2045617" cy="2045617"/>
          </a:xfrm>
          <a:prstGeom prst="ellipse">
            <a:avLst/>
          </a:prstGeom>
          <a:gradFill flip="none" rotWithShape="1">
            <a:gsLst>
              <a:gs pos="0">
                <a:srgbClr val="0B3552"/>
              </a:gs>
              <a:gs pos="100000">
                <a:srgbClr val="07283F"/>
              </a:gs>
            </a:gsLst>
            <a:path path="circle">
              <a:fillToRect l="50000" t="50000" r="50000" b="50000"/>
            </a:path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42761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7F26E7E-EE6B-39BA-8B1A-5B76EE9A580D}"/>
              </a:ext>
            </a:extLst>
          </p:cNvPr>
          <p:cNvSpPr/>
          <p:nvPr/>
        </p:nvSpPr>
        <p:spPr>
          <a:xfrm>
            <a:off x="300038" y="1897380"/>
            <a:ext cx="8577262" cy="2476500"/>
          </a:xfrm>
          <a:prstGeom prst="roundRect">
            <a:avLst>
              <a:gd name="adj" fmla="val 7436"/>
            </a:avLst>
          </a:prstGeom>
          <a:solidFill>
            <a:srgbClr val="06264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D829574-CB94-090C-BABE-A30FBA4F4130}"/>
              </a:ext>
            </a:extLst>
          </p:cNvPr>
          <p:cNvSpPr/>
          <p:nvPr/>
        </p:nvSpPr>
        <p:spPr>
          <a:xfrm>
            <a:off x="708659" y="2151696"/>
            <a:ext cx="1990725" cy="1990725"/>
          </a:xfrm>
          <a:prstGeom prst="ellipse">
            <a:avLst/>
          </a:prstGeom>
          <a:solidFill>
            <a:srgbClr val="FFF1C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E2B6DDD-C4FF-2A69-8DD8-1461E27DD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" y="2150745"/>
            <a:ext cx="1990725" cy="199072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8F7EE4BF-1191-005D-CCF0-66DD4E2F99D8}"/>
              </a:ext>
            </a:extLst>
          </p:cNvPr>
          <p:cNvSpPr/>
          <p:nvPr/>
        </p:nvSpPr>
        <p:spPr>
          <a:xfrm>
            <a:off x="6949440" y="-13335"/>
            <a:ext cx="2834640" cy="2834640"/>
          </a:xfrm>
          <a:prstGeom prst="ellipse">
            <a:avLst/>
          </a:prstGeom>
          <a:solidFill>
            <a:srgbClr val="0B355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9D26D58-D77F-AEA8-08A7-DE2286150026}"/>
              </a:ext>
            </a:extLst>
          </p:cNvPr>
          <p:cNvSpPr/>
          <p:nvPr/>
        </p:nvSpPr>
        <p:spPr>
          <a:xfrm>
            <a:off x="-1417320" y="3606165"/>
            <a:ext cx="2834640" cy="2834640"/>
          </a:xfrm>
          <a:prstGeom prst="ellipse">
            <a:avLst/>
          </a:prstGeom>
          <a:solidFill>
            <a:srgbClr val="0B355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5171E54-D3A9-A1A6-5ECA-EF5BCB6C2EAB}"/>
              </a:ext>
            </a:extLst>
          </p:cNvPr>
          <p:cNvSpPr/>
          <p:nvPr/>
        </p:nvSpPr>
        <p:spPr>
          <a:xfrm>
            <a:off x="300038" y="1897380"/>
            <a:ext cx="8577262" cy="2476500"/>
          </a:xfrm>
          <a:prstGeom prst="roundRect">
            <a:avLst>
              <a:gd name="adj" fmla="val 7436"/>
            </a:avLst>
          </a:prstGeom>
          <a:noFill/>
          <a:ln w="177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b="0" dirty="0" err="1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14E2D39-3E68-D7C4-DD84-7EB455DAE7DA}"/>
              </a:ext>
            </a:extLst>
          </p:cNvPr>
          <p:cNvSpPr txBox="1"/>
          <p:nvPr/>
        </p:nvSpPr>
        <p:spPr>
          <a:xfrm>
            <a:off x="3002280" y="2258695"/>
            <a:ext cx="4472940" cy="75501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de-DE" sz="4400" b="0" dirty="0" err="1">
                <a:solidFill>
                  <a:srgbClr val="FFF1C9"/>
                </a:solidFill>
                <a:latin typeface="Noto Sans ExtraCondensed Black" panose="020B0502040504020204" pitchFamily="34" charset="0"/>
                <a:ea typeface="Noto Sans ExtraCondensed Black" panose="020B0502040504020204" pitchFamily="34" charset="0"/>
                <a:cs typeface="Noto Sans ExtraCondensed Black" panose="020B0502040504020204" pitchFamily="34" charset="0"/>
              </a:rPr>
              <a:t>Brew</a:t>
            </a:r>
            <a:r>
              <a:rPr lang="de-DE" sz="4400" b="0" dirty="0" err="1">
                <a:solidFill>
                  <a:srgbClr val="FF9D00"/>
                </a:solidFill>
                <a:latin typeface="Noto Sans ExtraCondensed Black" panose="020B0502040504020204" pitchFamily="34" charset="0"/>
                <a:ea typeface="Noto Sans ExtraCondensed Black" panose="020B0502040504020204" pitchFamily="34" charset="0"/>
                <a:cs typeface="Noto Sans ExtraCondensed Black" panose="020B0502040504020204" pitchFamily="34" charset="0"/>
              </a:rPr>
              <a:t>Sphere</a:t>
            </a:r>
            <a:endParaRPr lang="en-GB" sz="4400" b="0" dirty="0" err="1">
              <a:solidFill>
                <a:srgbClr val="FF9D00"/>
              </a:solidFill>
              <a:latin typeface="Noto Sans ExtraCondensed Black" panose="020B0502040504020204" pitchFamily="34" charset="0"/>
              <a:ea typeface="Noto Sans ExtraCondensed Black" panose="020B0502040504020204" pitchFamily="34" charset="0"/>
              <a:cs typeface="Noto Sans ExtraCondensed Black" panose="020B0502040504020204" pitchFamily="34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9343D52-2D5B-D42C-79E0-DD8FF1BE1E66}"/>
              </a:ext>
            </a:extLst>
          </p:cNvPr>
          <p:cNvCxnSpPr>
            <a:cxnSpLocks/>
          </p:cNvCxnSpPr>
          <p:nvPr/>
        </p:nvCxnSpPr>
        <p:spPr>
          <a:xfrm>
            <a:off x="3002280" y="3405187"/>
            <a:ext cx="5013960" cy="0"/>
          </a:xfrm>
          <a:prstGeom prst="line">
            <a:avLst/>
          </a:prstGeom>
          <a:ln w="38100">
            <a:solidFill>
              <a:srgbClr val="FFF1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B27DF4DA-7E82-A6CB-7D23-5F6347259369}"/>
              </a:ext>
            </a:extLst>
          </p:cNvPr>
          <p:cNvSpPr txBox="1"/>
          <p:nvPr/>
        </p:nvSpPr>
        <p:spPr>
          <a:xfrm>
            <a:off x="3002280" y="2998149"/>
            <a:ext cx="5692140" cy="27456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sz="1600" dirty="0">
                <a:solidFill>
                  <a:srgbClr val="4DDFDD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rPr>
              <a:t>DAS RUNDE AUGE DEINES BRAUPROZESSES</a:t>
            </a:r>
            <a:endParaRPr lang="en-GB" sz="1400" b="0" dirty="0">
              <a:solidFill>
                <a:srgbClr val="4DDFDD"/>
              </a:solidFill>
              <a:latin typeface="Noto Sans Medium" panose="020B050204050402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70DA044-5272-A259-2C9C-15591870A3B8}"/>
              </a:ext>
            </a:extLst>
          </p:cNvPr>
          <p:cNvSpPr txBox="1"/>
          <p:nvPr/>
        </p:nvSpPr>
        <p:spPr>
          <a:xfrm>
            <a:off x="3002280" y="3538692"/>
            <a:ext cx="4191000" cy="27456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4DDFDD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n-GB" dirty="0"/>
              <a:t>GÄRUNGS-MONITORING</a:t>
            </a:r>
          </a:p>
        </p:txBody>
      </p:sp>
    </p:spTree>
    <p:extLst>
      <p:ext uri="{BB962C8B-B14F-4D97-AF65-F5344CB8AC3E}">
        <p14:creationId xmlns:p14="http://schemas.microsoft.com/office/powerpoint/2010/main" val="3019086770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5TK+gHDL6tGr2/a/eUFYI8EAAAAAAADAAAAAAADAAAAAwADAAAAAAADAAAABAADAAEA////////BQAAAAMAEAALTZ8Hm83b7EmQe7qROhekMQQAAAABAAMAAAACAAMAAAAEAAQAAgD///////8FAAAABAAQAAvh8THrpOAcQ7H9MtXmZwRZ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lMr6AcMvq0avb9r95QVgjwNEYXRhABsAAAAETGlua2VkU2hhcGVEYXRhAAUAAAAAAAJOYW1lABkAAABMaW5rZWRTaGFwZXNEYXRhUHJvcGVydHkAEFZlcnNpb24AAAAAAAlMYXN0V3JpdGUAkS2yC5oBAAAAAQD/////xgDGAAAABV9pZAAQAAAABE2fB5vN2+xJkHu6kToXpDEDRGF0YQBTAAAACFByZXNlbnRhdGlvblNjYW5uZWRGb3JMaW5rZWRTaGFwZXMAAAJOdW1iZXJGb3JtYXRTZXBhcmF0b3JNb2RlAAoAAABBdXRvbWF0aWMAAAJOYW1lACQAAABMaW5rZWRTaGFwZVByZXNlbnRhdGlvblNldHRpbmdzRGF0YQAQVmVyc2lvbgAAAAAACUxhc3RXcml0ZQDJLbILmgEAAAACAP////+DAIMAAAAFX2lkABAAAAAE4fEx66TgHEOx/TLV5mcEWQNEYXRhABsAAAAETGlua2VkU2hhcGVEYXRhAAUAAAAAAAJOYW1lABkAAABMaW5rZWRTaGFwZXNEYXRhUHJvcGVydHkAEFZlcnNpb24AAQAAAAlMYXN0V3JpdGUAwi2yC5o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AFAAAABAADAAEBAwAAAAMA////////JQAGTGlua2VkU2hhcGVQcmVzZW50YXRpb25TZXR0aW5nc0RhdGFfMAQAAAABAAUAAAAAAAUAAAACAAQAAgEDAAAABAD///////8aAAZMaW5rZWRTaGFwZXNEYXRhUHJvcGVydHlfMQQAAAACAAUAAAACAAUAAAABAAU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967296179799034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lkCplnVtMHgQjcy6hj4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SHOW_DATE" val="False"/>
  <p:tag name="MIO_CD_LAYOUT_VALID_AREA" val="False"/>
  <p:tag name="MIO_EMBED_FONT" val="False"/>
  <p:tag name="MIO_NUMBER_OF_VALID_LAYOUTS" val="11"/>
  <p:tag name="MIO_EKGUID" val="d6d84c58-1560-4e2e-ac4d-5ba3ab75bbc9"/>
  <p:tag name="MIO_DBID" val="2f65881d-42c9-4dcb-b62b-1da3d4057d9c"/>
  <p:tag name="MIO_OBJECTNAME" val="KOSTAL A_englisch"/>
  <p:tag name="MIO_SHOW_FOOTER" val="False"/>
  <p:tag name="MIO_SHOW_PAGENUMBER" val="False"/>
  <p:tag name="MIO_MATCH_COLOR_SCHEME" val="False"/>
  <p:tag name="MIO_FALLBACK_LAYOUT" val="9"/>
  <p:tag name="MIO_AVOID_BLANK_LAYOUT" val="False"/>
  <p:tag name="MIO_VERSION" val="23.04.2026 07:32:42"/>
  <p:tag name="MIO_LASTDOWNLOADED" val="29.05.2026 11:06:27.336"/>
  <p:tag name="MIO_CONTENTTAG" val="wMEvg+hpNkee8pGGLNxI1g=="/>
  <p:tag name="MIO_CDID" val="0cb26ce5-3e90-49c3-b9e5-8e5503f4146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AE Design English">
  <a:themeElements>
    <a:clrScheme name="KOSTAL">
      <a:dk1>
        <a:srgbClr val="000000"/>
      </a:dk1>
      <a:lt1>
        <a:sysClr val="window" lastClr="FFFFFF"/>
      </a:lt1>
      <a:dk2>
        <a:srgbClr val="1E467D"/>
      </a:dk2>
      <a:lt2>
        <a:srgbClr val="EBEDED"/>
      </a:lt2>
      <a:accent1>
        <a:srgbClr val="1E467D"/>
      </a:accent1>
      <a:accent2>
        <a:srgbClr val="4B73A5"/>
      </a:accent2>
      <a:accent3>
        <a:srgbClr val="8CAFD2"/>
      </a:accent3>
      <a:accent4>
        <a:srgbClr val="D2E3EB"/>
      </a:accent4>
      <a:accent5>
        <a:srgbClr val="828787"/>
      </a:accent5>
      <a:accent6>
        <a:srgbClr val="C8CDCD"/>
      </a:accent6>
      <a:hlink>
        <a:srgbClr val="1E467D"/>
      </a:hlink>
      <a:folHlink>
        <a:srgbClr val="4B73A5"/>
      </a:folHlink>
    </a:clrScheme>
    <a:fontScheme name="KOS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lIns="72000" tIns="72000" rIns="72000" bIns="72000" rtlCol="0" anchor="ctr"/>
      <a:lstStyle>
        <a:defPPr algn="ctr">
          <a:defRPr sz="1600" b="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spAutoFit/>
      </a:bodyPr>
      <a:lstStyle>
        <a:defPPr>
          <a:lnSpc>
            <a:spcPct val="120000"/>
          </a:lnSpc>
          <a:spcBef>
            <a:spcPts val="600"/>
          </a:spcBef>
          <a:defRPr sz="1600" b="0" dirty="0" err="1">
            <a:solidFill>
              <a:schemeClr val="tx1"/>
            </a:solidFill>
            <a:latin typeface="+mn-lt"/>
          </a:defRPr>
        </a:defPPr>
      </a:lstStyle>
    </a:txDef>
  </a:objectDefaults>
  <a:extraClrSchemeLst/>
  <a:custClrLst>
    <a:custClr name="Orange">
      <a:srgbClr val="FAC337"/>
    </a:custClr>
    <a:custClr name="Rot">
      <a:srgbClr val="9B0000"/>
    </a:custClr>
    <a:custClr name="Türkis-Blau">
      <a:srgbClr val="007DC8"/>
    </a:custClr>
    <a:custClr name="Grün">
      <a:srgbClr val="B4CD32"/>
    </a:custClr>
    <a:custClr name="RGB 0/155/155">
      <a:srgbClr val="009B9B"/>
    </a:custClr>
    <a:custClr name="Türkis-Grün hell">
      <a:srgbClr val="C8EBDC"/>
    </a:custClr>
    <a:custClr name="Violett">
      <a:srgbClr val="6E2864"/>
    </a:custClr>
    <a:custClr name="Pink">
      <a:srgbClr val="FF008C"/>
    </a:custClr>
    <a:custClr name="Textmarker-Gelb">
      <a:srgbClr val="FFFF00"/>
    </a:custClr>
  </a:custClrLst>
  <a:extLst>
    <a:ext uri="{05A4C25C-085E-4340-85A3-A5531E510DB2}">
      <thm15:themeFamily xmlns:thm15="http://schemas.microsoft.com/office/thememl/2012/main" name="Default Theme.pptx" id="{345E9932-A6EB-4AF5-B946-C5029B8560EE}" vid="{5DF4CFD6-4715-4D52-B908-DF888451F3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66366095-a18c-4cb3-a1ea-2fdfefee6388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492122497CA4FAA26CBE87F271328" ma:contentTypeVersion="1" ma:contentTypeDescription="Create a new document." ma:contentTypeScope="" ma:versionID="e9f9918e8823961dccacc6ab99440758">
  <xsd:schema xmlns:xsd="http://www.w3.org/2001/XMLSchema" xmlns:xs="http://www.w3.org/2001/XMLSchema" xmlns:p="http://schemas.microsoft.com/office/2006/metadata/properties" xmlns:ns1="http://schemas.microsoft.com/sharepoint/v3" xmlns:ns2="fe2f6e1c-eed5-479c-b9e3-24541315acb7" targetNamespace="http://schemas.microsoft.com/office/2006/metadata/properties" ma:root="true" ma:fieldsID="81384155c07d7edf820f07bbd1fb7e75" ns1:_="" ns2:_="">
    <xsd:import namespace="http://schemas.microsoft.com/sharepoint/v3"/>
    <xsd:import namespace="fe2f6e1c-eed5-479c-b9e3-24541315acb7"/>
    <xsd:element name="properties">
      <xsd:complexType>
        <xsd:sequence>
          <xsd:element name="documentManagement">
            <xsd:complexType>
              <xsd:all>
                <xsd:element ref="ns1:Languag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f6e1c-eed5-479c-b9e3-24541315ac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97E489-5709-4D7A-A95E-725C6ACA272E}">
  <ds:schemaRefs>
    <ds:schemaRef ds:uri="http://schemas.microsoft.com/office/2006/documentManagement/types"/>
    <ds:schemaRef ds:uri="fe2f6e1c-eed5-479c-b9e3-24541315acb7"/>
    <ds:schemaRef ds:uri="http://purl.org/dc/elements/1.1/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5291669-3FE6-4BCB-8220-A950A46737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2767FF-5ABC-4218-9EAF-6FDC7871E9BF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7C17C23-C298-4980-957A-C7493ED1F4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2f6e1c-eed5-479c-b9e3-24541315ac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7</Words>
  <Application>Microsoft Office PowerPoint</Application>
  <PresentationFormat>Breitbild</PresentationFormat>
  <Paragraphs>3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Calibri</vt:lpstr>
      <vt:lpstr>Noto Sans ExtraCondensed Black</vt:lpstr>
      <vt:lpstr>Noto Sans Medium</vt:lpstr>
      <vt:lpstr>Wingdings</vt:lpstr>
      <vt:lpstr>KAE Design English</vt:lpstr>
      <vt:lpstr>think-cell Folie</vt:lpstr>
      <vt:lpstr>PowerPoint-Präsentation</vt:lpstr>
      <vt:lpstr>PowerPoint-Präsentation</vt:lpstr>
    </vt:vector>
  </TitlesOfParts>
  <Company>KOSTAL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Deininghaus, Joerg</dc:creator>
  <cp:lastModifiedBy>Deininghaus, Joerg</cp:lastModifiedBy>
  <cp:revision>1</cp:revision>
  <dcterms:created xsi:type="dcterms:W3CDTF">2026-08-12T08:51:10Z</dcterms:created>
  <dcterms:modified xsi:type="dcterms:W3CDTF">2026-08-12T12:40:24Z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0x010100C81492122497CA4FAA26CBE87F271328</vt:lpwstr>
  </property>
</Properties>
</file>